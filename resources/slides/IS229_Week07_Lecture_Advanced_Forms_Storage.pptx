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07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Advanced Forms &amp; Storage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Implement client-side validation and persist lightweight user choices between browser sessions.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Implement client-side validation and persist lightweight user choices between browser sessions.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Validate close to the user and store only lightweight, non-sensitive values in browser storage.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06 added DOM interaction and state changes.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Plan a Trip form gives clearer feedback and remembers safe lightweight preferences.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Add custom validation messages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Prevent submission when required logic fails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Save theme choice or favourite destination IDs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Recover saved values on page load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Display clear feedback to users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Validate close to the user and store only lightweight, non-sensitive values in browser storage.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Client-side validation improves feedback but does not replace server validation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localStorage stores strings across sessions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Stored data should be limited and safe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(days &lt; 1)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showError("Trip length must be at least one day.");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(days &lt; 1)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showError("Trip length must be at least one day.");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Advanced Forms &amp; Storage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localStorage.setItem("theme", selectedTheme);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savedTheme = localStorage.getItem("theme");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Add custom validation messages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Prevent submission when required logic fails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Save theme choice or favourite destination IDs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Recover saved values on page load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Decide which values belong in localStorage and which should never be stored there.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custom validation messages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Prevent submission when required logic fails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Save theme choice or favourite destination IDs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Recover saved values on page load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Display clear feedback to users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localStorage.setItem("theme", selectedTheme);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savedTheme = localStorage.getItem("theme");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Submit invalid values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Refresh the browser and check saved preferences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Clear storage and retest default state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storage does not contain private data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07 Advanced Forms &amp; Storage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/week-07/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07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Add custom validation messages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Prevent submission when required logic fails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Save theme choice or favourite destination IDs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Recover saved values on page load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Display clear feedback to users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07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7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Plan a Trip form gives clearer feedback and remembers safe lightweight preferences.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Validation logic and user preference storage using localStorage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JavaScript / Web Storage API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Validate close to the user and store only lightweight, non-sensitive values in browser storage.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Client-side validation improves feedback but does not replace server validation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localStorage stores strings across sessions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07 | ADVANCED FORMS &amp; STORAGE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07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07 Advanced Forms &amp; Storage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
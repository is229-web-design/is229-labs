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2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S229_All_Weeks_Formatted_Student_Materials/assets/week_13_visual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315200" y="777240"/>
            <a:ext cx="4389120" cy="4206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280160"/>
            <a:ext cx="6400800" cy="1417320"/>
          </a:xfrm>
          <a:prstGeom prst="rect">
            <a:avLst/>
          </a:prstGeom>
          <a:solidFill>
            <a:srgbClr val="174E7A">
              <a:alpha val="95000"/>
            </a:srgbClr>
          </a:solidFill>
          <a:ln w="12700">
            <a:solidFill>
              <a:srgbClr val="174E7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21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IS229 WEB DESIGN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608076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Week 13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Deployment &amp; Release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94360" y="2880360"/>
            <a:ext cx="6080760" cy="50292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53512"/>
            <a:ext cx="5897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Publish a production-ready website to a live public URL.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5532120"/>
            <a:ext cx="7406640" cy="530352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5961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Prepared by Mr. Maxie Cletus Tepaiyan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School of Business Studies | Bachelor of Business in Information Technology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PNG University of Technology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Learning outcomes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106984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Publish a production-ready website to a live public URL.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Explain the core programming/design concept for this week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Read and modify key code patterns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the weekly project increment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evidence for GitHub submission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Today's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463040"/>
            <a:ext cx="4983480" cy="3520440"/>
          </a:xfrm>
          <a:prstGeom prst="roundRect">
            <a:avLst>
              <a:gd name="adj" fmla="val 2078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11112" y="160020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1112" y="1920240"/>
            <a:ext cx="4654296" cy="2953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Release joins the technical product, documentation, testing evidence and public URL into one final deliverable.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before -&gt; after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Before Week 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Week 12 produced test evidence and fixed quality issues.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After Week 13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project is uploaded, documented, deployed and ready for final demonstration/code defence.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build this week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4068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Finish README and run instructions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Check final file paths and assets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Push final code to GitHub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Enable GitHub Pages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Prepare a user-journey-based demonstration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Core principle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5466B"/>
                </a:solidFill>
              </a:rPr>
              <a:t>Release joins the technical product, documentation, testing evidence and public URL into one final deliverable.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9875520" cy="1097280"/>
          </a:xfrm>
          <a:prstGeom prst="roundRect">
            <a:avLst>
              <a:gd name="adj" fmla="val 6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3977640"/>
            <a:ext cx="9546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Keep in mind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4297680"/>
            <a:ext cx="9546336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 good web developer can point to the code, the browser result, and the user reason behind the decision.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concepts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README documents purpose and running instructions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4515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proves progress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1737360"/>
            <a:ext cx="3337560" cy="2286000"/>
          </a:xfrm>
          <a:prstGeom prst="roundRect">
            <a:avLst>
              <a:gd name="adj" fmla="val 32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74520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Concept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39912" y="2194560"/>
            <a:ext cx="3008376" cy="1719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Deployment reveals path and asset problems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anatomy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13 final release"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4983480" cy="3200400"/>
          </a:xfrm>
          <a:prstGeom prst="roundRect">
            <a:avLst>
              <a:gd name="adj" fmla="val 2286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1737360"/>
            <a:ext cx="46542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Explain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65392" y="2057400"/>
            <a:ext cx="4654296" cy="2633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file contains this code?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line creates the visible change?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appear in the browser?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Code -&gt; visual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4480560" cy="4389120"/>
          </a:xfrm>
          <a:prstGeom prst="roundRect">
            <a:avLst>
              <a:gd name="adj" fmla="val 1667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13 final release"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300" dirty="0"/>
          </a:p>
        </p:txBody>
      </p:sp>
      <p:pic>
        <p:nvPicPr>
          <p:cNvPr id="8" name="Image 0" descr="/mnt/data/IS229_All_Weeks_Formatted_Student_Materials/assets/week_1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8978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changed?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42416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Project file changed for Deployment &amp; Release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browser output is now closer to the required weekly evidence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supports a user task or quality requirement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The change can be tested and committed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Key code pattern 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 -&gt; Settings -&gt; Pages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main branch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Folder: /complete-project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965960"/>
            <a:ext cx="44256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this pattern is needed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56832" y="2286000"/>
            <a:ext cx="4425696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second pattern usually applies the same idea to a different component, state, layout or data flow.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Apply it to Morobe Discover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493776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Finish README and run instructions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Check final file paths and assets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Push final code to GitHub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Enable GitHub Pages</a:t>
            </a:r>
            <a:endParaRPr lang="en-US" sz="1900" dirty="0"/>
          </a:p>
        </p:txBody>
      </p:sp>
      <p:pic>
        <p:nvPicPr>
          <p:cNvPr id="7" name="Image 0" descr="/mnt/data/IS229_All_Weeks_Formatted_Student_Materials/assets/week_1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37160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Compare the approaches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Weak approach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Memorise the definition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Copy code without understanding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browser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No test note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Professional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Explain the concept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Apply the correct code pattern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Commit and describe the evidence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Common mistake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FDEAEA"/>
          </a:solidFill>
          <a:ln w="13970">
            <a:solidFill>
              <a:srgbClr val="DD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Mistake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The page appears unchanged, but the student assumes the feature is complete.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029200" cy="2743200"/>
          </a:xfrm>
          <a:prstGeom prst="roundRect">
            <a:avLst>
              <a:gd name="adj" fmla="val 2667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Correction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11680"/>
            <a:ext cx="4700016" cy="2176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Check the correct file, refresh the browser, inspect DevTools, and verify the expected output.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Why does this fail?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0020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Broken checkpoint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 changed, but the browser result does not change.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causes: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wrong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file not linked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syntax error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 browser not refreshed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2011680"/>
            <a:ext cx="4297680" cy="1463040"/>
          </a:xfrm>
          <a:prstGeom prst="roundRect">
            <a:avLst>
              <a:gd name="adj" fmla="val 5000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214884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Class 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93992" y="2468880"/>
            <a:ext cx="3968496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Which cause would you check first, and why?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Fix the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Confirm the browser is opening the correct file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Check links to CSS/JS/data files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Inspect the console for errors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Use a small working example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again before committing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Class activity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Activity - 7 minutes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Demonstrate one user story from requirement to live webpage evidence.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97840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Work in pairs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Point to the project evidence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Prepare one answer to share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1-3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Finish README and run instructions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Check final file paths and assets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Push final code to GitHub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Implementation steps 4-5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1033272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200" dirty="0">
                <a:solidFill>
                  <a:srgbClr val="2A2F33"/>
                </a:solidFill>
              </a:rPr>
              <a:t>Enable GitHub Pages</a:t>
            </a:r>
            <a:endParaRPr lang="en-US" sz="2200" dirty="0"/>
          </a:p>
          <a:p>
            <a:r>
              <a:rPr lang="en-US" sz="2200" dirty="0">
                <a:solidFill>
                  <a:srgbClr val="2A2F33"/>
                </a:solidFill>
              </a:rPr>
              <a:t>Prepare a user-journey-based demonstration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LIVE DEMO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5029200" cy="4251960"/>
          </a:xfrm>
          <a:prstGeom prst="roundRect">
            <a:avLst>
              <a:gd name="adj" fmla="val 1720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55448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Demo checklist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874520"/>
            <a:ext cx="4700016" cy="3685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1. Open the current project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2. Locate the affected file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3. Add or modify the key 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4. Refresh the browser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5. Inspect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6. Explain the change</a:t>
            </a:r>
            <a:endParaRPr lang="en-US" sz="1250" dirty="0"/>
          </a:p>
        </p:txBody>
      </p:sp>
      <p:pic>
        <p:nvPicPr>
          <p:cNvPr id="9" name="Image 0" descr="/mnt/data/IS229_All_Weeks_Formatted_Student_Materials/assets/week_1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17320"/>
            <a:ext cx="50292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Predict the output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257800" cy="4114800"/>
          </a:xfrm>
          <a:prstGeom prst="roundRect">
            <a:avLst>
              <a:gd name="adj" fmla="val 1778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4983480" cy="3840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 -&gt; Settings -&gt; Pages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main branch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Folder: /complete-project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920240"/>
            <a:ext cx="429768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48272" y="2057400"/>
            <a:ext cx="39684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Prediction 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2377440"/>
            <a:ext cx="396849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What should change on screen when this code is applied correctly?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Browser result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108813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Testing the feature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60704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Open the public URL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Test navigation after deployment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Check console and missing assets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Trace final features back to Week 01 user stories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Inspect with browser tools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F5F8FA"/>
          </a:solidFill>
          <a:ln w="13970">
            <a:solidFill>
              <a:srgbClr val="CAD3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47000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Inspection path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470001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Right click -&gt; Inspect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Elements panel -&gt; structure/classes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Console -&gt; JavaScript errors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Network/Application -&gt; data/storage when relevant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4663440" cy="3108960"/>
          </a:xfrm>
          <a:prstGeom prst="roundRect">
            <a:avLst>
              <a:gd name="adj" fmla="val 2353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691640"/>
            <a:ext cx="4334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Evidence to save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011680"/>
            <a:ext cx="4334256" cy="2542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Short 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 message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Git evidence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5760720" cy="1828800"/>
          </a:xfrm>
          <a:prstGeom prst="roundRect">
            <a:avLst>
              <a:gd name="adj" fmla="val 4000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"Week 13 Deployment &amp; Release project increment"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920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057400"/>
            <a:ext cx="383133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05472" y="237744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history shows progression from Week 01 to final deployment. It is part of the assessment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Complete source code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08760"/>
            <a:ext cx="7406640" cy="3383280"/>
          </a:xfrm>
          <a:prstGeom prst="roundRect">
            <a:avLst>
              <a:gd name="adj" fmla="val 2162"/>
            </a:avLst>
          </a:prstGeom>
          <a:solidFill>
            <a:srgbClr val="1F2D3A"/>
          </a:solidFill>
          <a:ln w="12700">
            <a:solidFill>
              <a:srgbClr val="1F2D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https://github.com/YOUR-USERNAME/is229-morobe-discover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/week-13/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project: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/complete-project/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32520" y="201168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2148840"/>
            <a:ext cx="204825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Reminder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97112" y="2468880"/>
            <a:ext cx="2048256" cy="1261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Do not paste a whole file into a slide. Use the repository for complete code.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Mini challenge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241280" cy="1554480"/>
          </a:xfrm>
          <a:prstGeom prst="roundRect">
            <a:avLst>
              <a:gd name="adj" fmla="val 4706"/>
            </a:avLst>
          </a:prstGeom>
          <a:solidFill>
            <a:srgbClr val="FFF7DF"/>
          </a:solidFill>
          <a:ln w="13970">
            <a:solidFill>
              <a:srgbClr val="C89D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691640"/>
            <a:ext cx="991209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Challenge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011680"/>
            <a:ext cx="9912096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Modify one part of the Week 13 implementation and explain what changed in the browser.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987552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000" dirty="0">
                <a:solidFill>
                  <a:srgbClr val="2A2F33"/>
                </a:solidFill>
              </a:rPr>
              <a:t>State the file edited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State the line/section changed</a:t>
            </a:r>
            <a:endParaRPr lang="en-US" sz="2000" dirty="0"/>
          </a:p>
          <a:p>
            <a:r>
              <a:rPr lang="en-US" sz="2000" dirty="0">
                <a:solidFill>
                  <a:srgbClr val="2A2F33"/>
                </a:solidFill>
              </a:rPr>
              <a:t>Show the before and after result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counts as evidence?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F5F8FA"/>
          </a:solidFill>
          <a:ln w="13970">
            <a:solidFill>
              <a:srgbClr val="C9D4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Technical evidence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Changed code files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Browser screenshot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Test note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Git commit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572768"/>
            <a:ext cx="5257800" cy="3886200"/>
          </a:xfrm>
          <a:prstGeom prst="roundRect">
            <a:avLst>
              <a:gd name="adj" fmla="val 1882"/>
            </a:avLst>
          </a:prstGeom>
          <a:solidFill>
            <a:srgbClr val="EAF6F1"/>
          </a:solidFill>
          <a:ln w="13970">
            <a:solidFill>
              <a:srgbClr val="9BCD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709928"/>
            <a:ext cx="4928616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466B"/>
                </a:solidFill>
              </a:rPr>
              <a:t>Understanding evidence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2029968"/>
            <a:ext cx="4928616" cy="33192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Code explanation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Why this method fits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previous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F33"/>
                </a:solidFill>
              </a:rPr>
              <a:t>Connection to next week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Project lab handoff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881360" cy="4023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800" dirty="0">
                <a:solidFill>
                  <a:srgbClr val="2A2F33"/>
                </a:solidFill>
              </a:rPr>
              <a:t>Finish README and run instructions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Check final file paths and assets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Push final code to GitHub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Enable GitHub Pages</a:t>
            </a:r>
            <a:endParaRPr lang="en-US" sz="1800" dirty="0"/>
          </a:p>
          <a:p>
            <a:r>
              <a:rPr lang="en-US" sz="1800" dirty="0">
                <a:solidFill>
                  <a:srgbClr val="2A2F33"/>
                </a:solidFill>
              </a:rPr>
              <a:t>Prepare a user-journey-based demonstration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Definition of done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Week 13 feature is implemented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Project still preserves earlier week features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Browser result matches the expected output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Test note and screenshot are saved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Git commit message is meaningful</a:t>
            </a:r>
            <a:endParaRPr lang="en-US" sz="2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What we built today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pic>
        <p:nvPicPr>
          <p:cNvPr id="6" name="Image 0" descr="/mnt/data/IS229_All_Weeks_Formatted_Student_Materials/assets/week_13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406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1600200"/>
            <a:ext cx="47548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The project is uploaded, documented, deployed and ready for final demonstration/code defence.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Evidence: README, GitHub Pages deployment and final demo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Technology: Git / GitHub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Lecture summary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156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900" dirty="0">
                <a:solidFill>
                  <a:srgbClr val="2A2F33"/>
                </a:solidFill>
              </a:rPr>
              <a:t>Release joins the technical product, documentation, testing evidence and public URL into one final deliverable.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README documents purpose and running instructions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Git history proves progress</a:t>
            </a:r>
            <a:endParaRPr lang="en-US" sz="1900" dirty="0"/>
          </a:p>
          <a:p>
            <a:r>
              <a:rPr lang="en-US" sz="1900" dirty="0">
                <a:solidFill>
                  <a:srgbClr val="2A2F33"/>
                </a:solidFill>
              </a:rPr>
              <a:t>Testing and Git are part of development, not extras</a:t>
            </a:r>
            <a:endParaRPr lang="en-US" sz="1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Prepare for next class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424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2100" dirty="0">
                <a:solidFill>
                  <a:srgbClr val="2A2F33"/>
                </a:solidFill>
              </a:rPr>
              <a:t>Finish this week’s lab before the next class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Read the next topic in advance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Bring the current project ready to extend</a:t>
            </a:r>
            <a:endParaRPr lang="en-US" sz="2100" dirty="0"/>
          </a:p>
          <a:p>
            <a:r>
              <a:rPr lang="en-US" sz="2100" dirty="0">
                <a:solidFill>
                  <a:srgbClr val="2A2F33"/>
                </a:solidFill>
              </a:rPr>
              <a:t>Be ready to explain one code decision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406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866E"/>
                </a:solidFill>
              </a:rPr>
              <a:t>WEEK 13 | DEPLOYMENT &amp; RELEASE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11480" y="658368"/>
            <a:ext cx="11338560" cy="0"/>
          </a:xfrm>
          <a:prstGeom prst="line">
            <a:avLst/>
          </a:prstGeom>
          <a:noFill/>
          <a:ln w="12700">
            <a:solidFill>
              <a:srgbClr val="DF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86384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466B"/>
                </a:solidFill>
              </a:rPr>
              <a:t>Exit question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486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780"/>
                </a:solidFill>
              </a:rPr>
              <a:t>IS229 Web Design | Mr. Maxie Cletus Tepaiyan | School of Business Studies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466B"/>
                </a:solidFill>
              </a:rPr>
              <a:t>How did Week 13 improve Morobe Discover, and what will the next week build on?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PNG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IS229 Week 13 Deployment &amp; Release</dc:title>
  <dc:subject>IS229 Web Design</dc:subject>
  <dc:creator>Mr. Maxie Cletus Tepaiyan</dc:creator>
  <cp:lastModifiedBy>Mr. Maxie Cletus Tepaiyan</cp:lastModifiedBy>
  <cp:revision>1</cp:revision>
  <dcterms:created xsi:type="dcterms:W3CDTF">2026-08-17T00:45:04Z</dcterms:created>
  <dcterms:modified xsi:type="dcterms:W3CDTF">2026-08-17T00:45:04Z</dcterms:modified>
</cp:coreProperties>
</file>
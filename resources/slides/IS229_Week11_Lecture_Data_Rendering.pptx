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S229_All_Weeks_Formatted_Student_Materials/assets/week_11_visua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315200" y="777240"/>
            <a:ext cx="438912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280160"/>
            <a:ext cx="6400800" cy="1417320"/>
          </a:xfrm>
          <a:prstGeom prst="rect">
            <a:avLst/>
          </a:prstGeom>
          <a:solidFill>
            <a:srgbClr val="174E7A">
              <a:alpha val="95000"/>
            </a:srgbClr>
          </a:solidFill>
          <a:ln w="12700">
            <a:solidFill>
              <a:srgbClr val="174E7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217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IS229 WEB DESIGN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608076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Week 11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Rendering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94360" y="2880360"/>
            <a:ext cx="6080760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953512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Load and render dynamic content from external data sources.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5532120"/>
            <a:ext cx="7406640" cy="530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59612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Prepared by Mr. Maxie Cletus Tepaiyan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School of Business Studies | Bachelor of Business in Information Technology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PNG University of Technology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Learning outcomes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106984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Load and render dynamic content from external data sources.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Explain the core programming/design concept for this week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Read and modify key code patterns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Test the weekly project increment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evidence for GitHub submission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Today's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11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0352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463040"/>
            <a:ext cx="4983480" cy="3520440"/>
          </a:xfrm>
          <a:prstGeom prst="roundRect">
            <a:avLst>
              <a:gd name="adj" fmla="val 2078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11112" y="160020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11112" y="1920240"/>
            <a:ext cx="4654296" cy="2953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Data rendering is a pipeline: fetch, validate, transform, render and handle failure.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before -&gt; after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Before Week 11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Week 10 persisted favourites and preferences using Web Storage.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After Week 11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site renders data-driven content more reliably and connects filters to the user interface.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build this week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11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44068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1600200"/>
            <a:ext cx="49377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Review the data shape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Write renderCard() for one item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Render all matching items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Add filter controls and empty states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Connect favourites to rendered cards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Core principle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466B"/>
                </a:solidFill>
              </a:rPr>
              <a:t>Data rendering is a pipeline: fetch, validate, transform, render and handle failure.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3840480"/>
            <a:ext cx="9875520" cy="1097280"/>
          </a:xfrm>
          <a:prstGeom prst="roundRect">
            <a:avLst>
              <a:gd name="adj" fmla="val 6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3977640"/>
            <a:ext cx="9546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Keep in mind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4297680"/>
            <a:ext cx="954633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 good web developer can point to the code, the browser result, and the user reason behind the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concepts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Arrays can be filtered before rendering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Template strings can create consistent repeated HTML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3991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Empty and error states are part of the interface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anatomy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11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matches = destinations.filter(item =&gt;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item.name.toLowerCase().includes(query)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4983480" cy="3200400"/>
          </a:xfrm>
          <a:prstGeom prst="roundRect">
            <a:avLst>
              <a:gd name="adj" fmla="val 2286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73736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Explain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65392" y="2057400"/>
            <a:ext cx="4654296" cy="2633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file contains this code?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line creates the visible change?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appear in the browser?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Code -&gt; visual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448056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420624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matches = destinations.filter(item =&gt;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item.name.toLowerCase().includes(query)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pic>
        <p:nvPicPr>
          <p:cNvPr id="8" name="Image 0" descr="/mnt/data/IS229_All_Weeks_Formatted_Student_Materials/assets/week_11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417320"/>
            <a:ext cx="58978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changed?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424160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Project file changed for Data Rendering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browser output is now closer to the required weekly evidence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supports a user task or quality requirement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can be tested and committed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B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50292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results.innerHTML = matches.length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matches.map(renderCard).join("")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"&lt;p&gt;No destinations found.&lt;/p&gt;";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1965960"/>
            <a:ext cx="44256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this pattern is needed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56832" y="2286000"/>
            <a:ext cx="4425696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second pattern usually applies the same idea to a different component, state, layout or data flow.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Apply it to Morobe Discover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493776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Review the data shape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Write renderCard() for one item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Render all matching items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Add filter controls and empty states</a:t>
            </a:r>
            <a:endParaRPr lang="en-US" sz="1900" dirty="0"/>
          </a:p>
        </p:txBody>
      </p:sp>
      <p:pic>
        <p:nvPicPr>
          <p:cNvPr id="7" name="Image 0" descr="/mnt/data/IS229_All_Weeks_Formatted_Student_Materials/assets/week_11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71600"/>
            <a:ext cx="54406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Compare the approaches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Weak approach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Memorise the definition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Copy code without understanding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browser evidence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test note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Professional approach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Explain the concept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Apply the correct code pattern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Commit and describe the evidence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Common mistake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FDEAEA"/>
          </a:solidFill>
          <a:ln w="13970">
            <a:solidFill>
              <a:srgbClr val="DD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Mistake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page appears unchanged, but the student assumes the feature is complete.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Correction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Check the correct file, refresh the browser, inspect DevTools, and verify the expected output.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Why does this fail?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Broken checkpoint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 changed, but the browser result does not change.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Possible causes: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wrong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file not linked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syntax error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browser not refreshed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0" y="201168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3992" y="214884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Class 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93992" y="2468880"/>
            <a:ext cx="3968496" cy="8961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cause would you check first, and why?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Fix the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Confirm the browser is opening the correct file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Check links to CSS/JS/data files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Inspect the console for errors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Use a small working example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again before committing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Class activity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Activity - 7 minutes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Trace one destination object from JSON file to rendered card.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3840480"/>
            <a:ext cx="97840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Work in pairs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Point to the project evidence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one answer to share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1-3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Review the data shape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Write renderCard() for one item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Render all matching items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4-5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Add filter controls and empty states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Connect favourites to rendered cards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LIVE DEMO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5029200" cy="4251960"/>
          </a:xfrm>
          <a:prstGeom prst="roundRect">
            <a:avLst>
              <a:gd name="adj" fmla="val 172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55448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Demo checklist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874520"/>
            <a:ext cx="4700016" cy="3685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1. Open the current project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2. Locate the affected file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3. Add or modify the key code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4. Refresh the browser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5. 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6. Explain the change</a:t>
            </a:r>
            <a:endParaRPr lang="en-US" sz="1250" dirty="0"/>
          </a:p>
        </p:txBody>
      </p:sp>
      <p:pic>
        <p:nvPicPr>
          <p:cNvPr id="9" name="Image 0" descr="/mnt/data/IS229_All_Weeks_Formatted_Student_Materials/assets/week_11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17320"/>
            <a:ext cx="502920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Predict the output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4983480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results.innerHTML = matches.length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matches.map(renderCard).join("")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"&lt;p&gt;No destinations found.&lt;/p&gt;";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920240"/>
            <a:ext cx="429768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8272" y="205740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Prediction 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48272" y="2377440"/>
            <a:ext cx="396849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change on screen when this code is applied correctly?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Browser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11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Testing the feature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60704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Search for a known result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Search for no result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Disable/rename the JSON file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Confirm the UI explains loading and errors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Inspect with browser tools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Inspection path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470001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Right click -&gt; Inspect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Elements panel -&gt; structure/classes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Console -&gt; JavaScript errors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Network/Application -&gt; data/storage when relevant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691640"/>
            <a:ext cx="4334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Evidence to save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5392" y="2011680"/>
            <a:ext cx="433425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Short 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 message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Git evidence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5760720" cy="1828800"/>
          </a:xfrm>
          <a:prstGeom prst="roundRect">
            <a:avLst>
              <a:gd name="adj" fmla="val 4000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6596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"Week 11 Data Rendering project increment"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5472" y="2057400"/>
            <a:ext cx="3831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05472" y="2377440"/>
            <a:ext cx="383133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history shows progression from Week 01 to final deployment. It is part of the assessment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Complete source code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7406640" cy="3383280"/>
          </a:xfrm>
          <a:prstGeom prst="roundRect">
            <a:avLst>
              <a:gd name="adj" fmla="val 2162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45920"/>
            <a:ext cx="7132320" cy="3108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https://github.com/YOUR-USERNAME/is229-morobe-discover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folder: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/week-11/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project: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/complete-project/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32520" y="20116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97112" y="2148840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Reminder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97112" y="2468880"/>
            <a:ext cx="204825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Do not paste a whole file into a slide. Use the repository for complete code.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Mini challenge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554480"/>
          </a:xfrm>
          <a:prstGeom prst="roundRect">
            <a:avLst>
              <a:gd name="adj" fmla="val 470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9875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Modify one part of the Week 11 implementation and explain what changed in the browser.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987552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State the file edited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State the line/section changed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Show the before and after result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counts as evidence?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Technical evidence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code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Browser 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Understanding evidence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Code explanation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Why this method fits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previous week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next week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lab handoff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881360" cy="4023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Review the data shape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Write renderCard() for one item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Render all matching items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Add filter controls and empty states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Connect favourites to rendered cards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Definition of done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Week 11 feature is implemented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Project still preserves earlier week features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Browser result matches the expected output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note and screenshot are saved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Git commit message is meaningful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built today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11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4068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1600200"/>
            <a:ext cx="47548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The site renders data-driven content more reliably and connects filters to the user interface.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Evidence: JSON content, fetch requests and filters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Technology: JSON / Fetch API</a:t>
            </a:r>
            <a:endParaRPr lang="en-US" sz="1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Lecture summary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Data rendering is a pipeline: fetch, validate, transform, render and handle failure.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Arrays can be filtered before rendering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Template strings can create consistent repeated HTML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Testing and Git are part of development, not extras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Prepare for next class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42416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Finish this week’s lab before the next class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Read the next topic in advance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Bring the current project ready to extend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Be ready to explain one code decision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11 | DATA RENDERING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Exit question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466B"/>
                </a:solidFill>
              </a:rPr>
              <a:t>How did Week 11 improve Morobe Discover, and what will the next week build on?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PNG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IS229 Week 11 Data Rendering</dc:title>
  <dc:subject>IS229 Web Design</dc:subject>
  <dc:creator>Mr. Maxie Cletus Tepaiyan</dc:creator>
  <cp:lastModifiedBy>Mr. Maxie Cletus Tepaiyan</cp:lastModifiedBy>
  <cp:revision>1</cp:revision>
  <dcterms:created xsi:type="dcterms:W3CDTF">2026-08-17T00:45:04Z</dcterms:created>
  <dcterms:modified xsi:type="dcterms:W3CDTF">2026-08-17T00:45:04Z</dcterms:modified>
</cp:coreProperties>
</file>
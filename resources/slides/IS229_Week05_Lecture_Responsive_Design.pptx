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S229_All_Weeks_Formatted_Student_Materials/assets/week_05_visua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777240"/>
            <a:ext cx="438912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280160"/>
            <a:ext cx="6400800" cy="1417320"/>
          </a:xfrm>
          <a:prstGeom prst="rect">
            <a:avLst/>
          </a:prstGeom>
          <a:solidFill>
            <a:srgbClr val="174E7A">
              <a:alpha val="95000"/>
            </a:srgbClr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21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IS229 WEB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608076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05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Responsive Design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2880360"/>
            <a:ext cx="6080760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953512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Adapt the website interface to function across various device screen sizes.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5532120"/>
            <a:ext cx="7406640" cy="530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5961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Prepared by Mr. Maxie Cletus Tepaiyan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School of Business Studies | Bachelor of Business in Information Technology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PNG University of Technology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Learning outcomes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06984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Adapt the website interface to function across various device screen sizes.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Explain the core programming/design concept for this week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Read and modify key code patterns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the weekly project increment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evidence for GitHub submission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Today's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5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035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63040"/>
            <a:ext cx="4983480" cy="3520440"/>
          </a:xfrm>
          <a:prstGeom prst="roundRect">
            <a:avLst>
              <a:gd name="adj" fmla="val 2078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160020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1112" y="1920240"/>
            <a:ext cx="4654296" cy="2953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Start with flexible layouts and add breakpoints when the layout needs help, not because of a device name.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before -&gt; after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Before Week 05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Week 04 created structured layouts using Flexbox and Grid.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After Week 05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same site works on mobile, tablet and desktop without separate versions.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build this week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5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Stack navigation and cards on small screens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a tablet/desktop breakpoint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Make images and forms fluid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Test the main user journey at several widths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Record screenshots as evidence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Core principle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466B"/>
                </a:solidFill>
              </a:rPr>
              <a:t>Start with flexible layouts and add breakpoints when the layout needs help, not because of a device name.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3977640"/>
            <a:ext cx="9546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Keep in mind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4297680"/>
            <a:ext cx="95463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 good web developer can point to the code, the browser result, and the user reason behind the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concepts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Mobile-first CSS defines the simplest layout first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Media queries add layout changes at meaningful widths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991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Images and grids should be fluid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anatomy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5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max-width: 100%;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auto;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983480" cy="3200400"/>
          </a:xfrm>
          <a:prstGeom prst="roundRect">
            <a:avLst>
              <a:gd name="adj" fmla="val 2286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73736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Explain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65392" y="2057400"/>
            <a:ext cx="4654296" cy="2633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file contains this code?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line creates the visible change?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appear in the browser?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Code -&gt; visual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448056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max-width: 100%;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auto;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pic>
        <p:nvPicPr>
          <p:cNvPr id="8" name="Image 0" descr="/mnt/data/IS229_All_Weeks_Formatted_Student_Materials/assets/week_05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17320"/>
            <a:ext cx="58978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changed?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4241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Project file changed for Responsive Design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browser output is now closer to the required weekly evidence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supports a user task or quality requirement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can be tested and committed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0292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.card-grid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 repeat(3, 1fr);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965960"/>
            <a:ext cx="4425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this pattern is needed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56832" y="2286000"/>
            <a:ext cx="4425696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second pattern usually applies the same idea to a different component, state, layout or data flow.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Apply it to Morobe Discover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493776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Stack navigation and cards on small screens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Add a tablet/desktop breakpoint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Make images and forms fluid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 the main user journey at several widths</a:t>
            </a:r>
            <a:endParaRPr lang="en-US" sz="1900" dirty="0"/>
          </a:p>
        </p:txBody>
      </p:sp>
      <p:pic>
        <p:nvPicPr>
          <p:cNvPr id="7" name="Image 0" descr="/mnt/data/IS229_All_Weeks_Formatted_Student_Materials/assets/week_05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5440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Compare the approaches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Weak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Memorise the definition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Copy code without understanding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browser evidence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test note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Professional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Explain the concept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Apply the correct code pattern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Commit and describe the evidence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Common mistake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DEAEA"/>
          </a:solidFill>
          <a:ln w="13970">
            <a:solidFill>
              <a:srgbClr val="DD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Mistake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page appears unchanged, but the student assumes the feature is complete.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Correction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Check the correct file, refresh the browser, inspect DevTools, and verify the expected output.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Why does this fail?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Broken checkpoint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 changed, but the browser result does not change.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Possible causes: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wrong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file not linked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syntax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browser not refreshed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201168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214884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Class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2468880"/>
            <a:ext cx="3968496" cy="8961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cause would you check first, and why?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Fix the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Confirm the browser is opening the correct file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Check links to CSS/JS/data files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Inspect the console for errors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Use a small working example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again before committing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Class activity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Activity - 7 minutes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Find the first browser width where the card layout begins to fail.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9784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Work in pairs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Point to the project evidence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one answer to share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1-3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Stack navigation and cards on small screens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Add a tablet/desktop breakpoint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Make images and forms fluid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4-5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Test the main user journey at several widths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Record screenshots as evidence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LIVE DEMO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5448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Demo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74520"/>
            <a:ext cx="4700016" cy="3685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1. Open the current project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2. Locate the affected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3. Add or modify the key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4. Refresh the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5. 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6. Explain the change</a:t>
            </a:r>
            <a:endParaRPr lang="en-US" sz="1250" dirty="0"/>
          </a:p>
        </p:txBody>
      </p:sp>
      <p:pic>
        <p:nvPicPr>
          <p:cNvPr id="9" name="Image 0" descr="/mnt/data/IS229_All_Weeks_Formatted_Student_Materials/assets/week_05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0292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Predict the output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.card-grid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 repeat(3, 1fr);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205740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Prediction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396849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change on screen when this code is applied correctly?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Browser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5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Testing the feature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60704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Use DevTools responsive mode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360px, 768px and desktop widths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Check tap targets and line length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Confirm no horizontal scrolling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Inspect with browser tools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Inspection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470001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Right click -&gt; Inspect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Elements panel -&gt; structure/classes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Console -&gt; JavaScript errors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Network/Application -&gt; data/storage when relevant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91640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Evidence to save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33425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Short 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 message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Git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"Week 05 Responsive Design project increment"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057400"/>
            <a:ext cx="3831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05472" y="2377440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history shows progression from Week 01 to final deployment. It is part of the assessment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Complete source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406640" cy="3383280"/>
          </a:xfrm>
          <a:prstGeom prst="roundRect">
            <a:avLst>
              <a:gd name="adj" fmla="val 2162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4592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https://github.com/YOUR-USERNAME/is229-morobe-discover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folder: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/week-05/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project: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/complete-project/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214884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Reminder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7112" y="2468880"/>
            <a:ext cx="204825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Do not paste a whole file into a slide. Use the repository for complete code.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Mini challenge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554480"/>
          </a:xfrm>
          <a:prstGeom prst="roundRect">
            <a:avLst>
              <a:gd name="adj" fmla="val 470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Modify one part of the Week 05 implementation and explain what changed in the browser.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98755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State the file edited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State the line/section changed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Show the before and after result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counts as evidence?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Technical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code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Browser 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Understanding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Code explanation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Why this method fits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previous week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next week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lab handoff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88136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Stack navigation and cards on small screens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Add a tablet/desktop breakpoint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Make images and forms fluid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Test the main user journey at several widths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Record screenshots as evidence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Definition of done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Week 05 feature is implemented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Project still preserves earlier week features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Browser result matches the expected output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note and screenshot are saved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Git commit message is meaningful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built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05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406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The same site works on mobile, tablet and desktop without separate versions.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Evidence: Responsive rules, media queries and fluid mobile-friendly layouts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Technology: CSS Media Queries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Lecture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Start with flexible layouts and add breakpoints when the layout needs help, not because of a device name.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Mobile-first CSS defines the simplest layout first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Media queries add layout changes at meaningful widths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Testing and Git are part of development, not extras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Prepare for next class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4241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Finish this week’s lab before the next class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Read the next topic in advance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Bring the current project ready to extend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Be ready to explain one code decision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05 | RESPONSIVE DESIGN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Exit question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466B"/>
                </a:solidFill>
              </a:rPr>
              <a:t>How did Week 05 improve Morobe Discover, and what will the next week build on?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PNG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IS229 Week 05 Responsive Design</dc:title>
  <dc:subject>IS229 Web Design</dc:subject>
  <dc:creator>Mr. Maxie Cletus Tepaiyan</dc:creator>
  <cp:lastModifiedBy>Mr. Maxie Cletus Tepaiyan</cp:lastModifiedBy>
  <cp:revision>1</cp:revision>
  <dcterms:created xsi:type="dcterms:W3CDTF">2026-08-17T00:45:04Z</dcterms:created>
  <dcterms:modified xsi:type="dcterms:W3CDTF">2026-08-17T00:45:04Z</dcterms:modified>
</cp:coreProperties>
</file>
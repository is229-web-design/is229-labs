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06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JavaScript &amp; DOM Interaction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Add behaviour to a page by connecting programming logic to user actions via the DOM.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Add behaviour to a page by connecting programming logic to user actions via the DOM.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Use JavaScript to listen for events, update state and change the interface deliberately.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05 produced a responsive interface ready for interaction.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site responds to user actions using JavaScript, DOM selection and class changes.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Add DOM hooks to the navigation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Write an event listener for the mobile menu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Toggle a state class instead of inline styles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a simple theme or FAQ interaction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interaction with click and keyboard focus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Use JavaScript to listen for events, update state and change the interface deliberately.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DOM is the browser’s object model of the page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Event listeners connect actions to functions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Class toggling separates behaviour from style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menuButton = document.querySelector(".menu-toggle");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nav = document.querySelector(".site-nav");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menuButton.addEventListener("click",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nav.classList.toggle("is-open");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menuButton = document.querySelector(".menu-toggle");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nav = document.querySelector(".site-nav");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menuButton.addEventListener("click",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nav.classList.toggle("is-open");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JavaScript &amp; DOM Interaction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.site-nav.is-open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Add DOM hooks to the navigation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Write an event listener for the mobile menu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Toggle a state class instead of inline styles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a simple theme or FAQ interaction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Predict what happens when classList.toggle() runs twice.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DOM hooks to the navigation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Write an event listener for the mobile menu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Toggle a state class instead of inline styles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a simple theme or FAQ interaction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Test interaction with click and keyboard focus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.site-nav.is-open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Open the browser console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Click the menu several times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class changes in DevTools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Verify the site still works if JavaScript fails gracefully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06 JavaScript &amp; DOM Interaction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/week-06/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06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Add DOM hooks to the navigation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Write an event listener for the mobile menu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Toggle a state class instead of inline styles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a simple theme or FAQ interaction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interaction with click and keyboard focus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06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6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site responds to user actions using JavaScript, DOM selection and class changes.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Event listeners, state changes, class toggling and interactive mobile menus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JavaScript DOM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Use JavaScript to listen for events, update state and change the interface deliberately.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The DOM is the browser’s object model of the page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Event listeners connect actions to functions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06 | JAVASCRIPT &amp; DOM INTERACTION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06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06 JavaScript &amp; DOM Interaction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
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02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02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HTML Foundation &amp; Semantic Structure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Create meaningful page regions and build web pages using appropriate structural elements.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Create meaningful page regions and build web pages using appropriate structural elements.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HTML should describe the meaning and structure of the content before CSS changes the appearance.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01 produced the sitemap, wireframe and repository scaffold.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homepage is coded as a meaningful HTML5 structure that reflects the wireframe.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Create the HTML document shell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title and metadata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Translate wireframe regions into semantic elements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navigation links and headings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placeholder content for hero, cards and footer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HTML should describe the meaning and structure of the content before CSS changes the appearance.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document shell gives the page its valid base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Semantic elements name regions by purpose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Heading order creates a document outline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&lt;h1&gt;Morobe Discover&lt;/h1&gt;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&lt;nav&gt;...&lt;/nav&gt;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&lt;main&gt;...&lt;/main&gt;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&lt;footer&gt;...&lt;/footer&gt;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&lt;h1&gt;Morobe Discover&lt;/h1&gt;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&lt;nav&gt;...&lt;/nav&gt;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&lt;main&gt;...&lt;/main&gt;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0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HTML Foundation &amp; Semantic Structure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class="hero"&gt;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&lt;h2&gt;Discover Morobe&lt;/h2&gt;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&lt;p&gt;Find destinations, events and trip ideas.&lt;/p&gt;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Create the HTML document shell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Add title and metadata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Translate wireframe regions into semantic elements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Add navigation links and headings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0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Look at the wireframe and label which region becomes header, nav, main, section and footer.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Create the HTML document shell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Add title and metadata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Translate wireframe regions into semantic elements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Add navigation links and headings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Add placeholder content for hero, cards and footer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0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class="hero"&gt;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&lt;h2&gt;Discover Morobe&lt;/h2&gt;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&lt;p&gt;Find destinations, events and trip ideas.&lt;/p&gt;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Validate the document structure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one h1 per page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navigation links point to planned pages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Inspect the browser output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02 HTML Foundation &amp; Semantic Structure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/week-02/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02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Create the HTML document shell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title and metadata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Translate wireframe regions into semantic elements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navigation links and headings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placeholder content for hero, cards and footer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02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2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homepage is coded as a meaningful HTML5 structure that reflects the wireframe.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Semantic HTML skeleton using header, nav, main, section, footer and a clear document outline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HTML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HTML should describe the meaning and structure of the content before CSS changes the appearance.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The document shell gives the page its valid base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Semantic elements name regions by purpose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02 | HTML FOUNDATION &amp; SEMANTIC STRUCTURE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02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02 HTML Foundation &amp; Semantic Structure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
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04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04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Layout Systems (Flexbox &amp; Grid)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Manage one-dimensional and two-dimensional layouts for complex page sections.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Manage one-dimensional and two-dimensional layouts for complex page sections.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4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Use Flexbox for one-dimensional alignment and Grid for two-dimensional page and card structures.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04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03 produced forms and a basic visual design system.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website uses intentional layout systems for navigation, forms, cards and page sections.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4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Convert navigation into a Flexbox row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Align form controls with consistent gap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Create a card gallery with CSS Grid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Use container width to improve readability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Remove manual spacing hacks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Use Flexbox for one-dimensional alignment and Grid for two-dimensional page and card structures.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Flexbox aligns items along one main axis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Grid creates rows and columns together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Gap creates maintainable spacing without layout hacks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4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.site-nav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1rem;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.site-nav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1rem;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04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Layout Systems (Flexbox &amp; Grid)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.card-grid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repeat(3, 1fr);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1.25rem;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Convert navigation into a Flexbox row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Align form controls with consistent gap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Create a card gallery with CSS Grid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Use container width to improve readability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04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Choose Flexbox or Grid for navigation, hero area, card gallery and form rows.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Convert navigation into a Flexbox row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Align form controls with consistent gap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Create a card gallery with CSS Grid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Use container width to improve readability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Remove manual spacing hacks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04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.card-grid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repeat(3, 1fr);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1.25rem;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4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Resize the browser width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navigation alignment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Inspect card gaps and wrapping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Confirm form labels align with controls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04 Layout Systems (Flexbox &amp; Grid)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/week-04/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04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Convert navigation into a Flexbox row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Align form controls with consistent gap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Create a card gallery with CSS Grid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Use container width to improve readability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Remove manual spacing hacks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04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4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website uses intentional layout systems for navigation, forms, cards and page sections.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Navigation bar, button rows, aligned form controls and card galleries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CSS Flexbox / CSS Grid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Use Flexbox for one-dimensional alignment and Grid for two-dimensional page and card structures.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Flexbox aligns items along one main axis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Grid creates rows and columns together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04 | LAYOUT SYSTEMS (FLEXBOX &amp; GRID)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04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04 Layout Systems (Flexbox &amp; Grid)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
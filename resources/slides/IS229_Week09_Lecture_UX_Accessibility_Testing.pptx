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09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UX, Accessibility &amp; Testing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Ensure the site is usable for people with different abilities and optimized for performance.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Ensure the site is usable for people with different abilities and optimized for performance.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Accessibility is not an optional add-on; it is part of professional interface quality.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08 created dynamic data rendering and filtering.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is tested as a user experience, including keyboard access, labels, focus and feedback.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or confirm labels and alt text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visible focus styles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the journey using keyboard only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Document validation and accessibility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Fix the highest-impact issues first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Accessibility is not an optional add-on; it is part of professional interface quality.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Native HTML gives built-in accessibility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Visible focus shows keyboard position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Testing must include both successful and failure paths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.skip-link:focus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static;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.75rem;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.skip-link:focus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static;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.75rem;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UX, Accessibility &amp; Testing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for="destinationSearch"&gt;Search destinations&lt;/label&gt;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id="destinationSearch" type="search"&gt;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Add or confirm labels and alt text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visible focus styles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 the journey using keyboard only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Document validation and accessibility checks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Find three barriers that might not be obvious when using only a mouse.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or confirm labels and alt text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Add visible focus styles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Test the journey using keyboard only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Document validation and accessibility checks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Fix the highest-impact issues first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for="destinationSearch"&gt;Search destinations&lt;/label&gt;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id="destinationSearch" type="search"&gt;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Tab through the page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Run HTML/CSS validation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Use Lighthouse or manual checklist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Confirm errors are visible and understandable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09 UX, Accessibility &amp; Testing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/week-09/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09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or confirm labels and alt text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visible focus styles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the journey using keyboard only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Document validation and accessibility checks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Fix the highest-impact issues first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09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9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is tested as a user experience, including keyboard access, labels, focus and feedback.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Alt text, labels, visible keyboard focus styles and interactive state checks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HTML / CSS / Testing Tools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Accessibility is not an optional add-on; it is part of professional interface quality.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Native HTML gives built-in accessibility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Visible focus shows keyboard position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09 | UX, ACCESSIBILITY &amp; TESTING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09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09 UX, Accessibility &amp; Testing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
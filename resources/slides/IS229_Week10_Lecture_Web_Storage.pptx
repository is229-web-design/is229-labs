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10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10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Web Storage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Persist lightweight user preferences between browser sessions.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Persist lightweight user preferences between browser sessions.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0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storage is useful for convenience, but it must be small, safe and recoverable.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09 identified usability and accessibility issues in the interactive site.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site remembers non-sensitive user preferences and restores them predictably.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0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Review current storage use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Store favourite destination IDs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Restore saved theme on page load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Handle missing or corrupted storage safely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Provide a clear reset option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Browser storage is useful for convenience, but it must be small, safe and recoverable.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localStorage persists after the browser closes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sessionStorage lasts only for a session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Storage values are strings and should be parsed carefully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0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favourites = JSON.parse(localStorage.getItem("favourites") || "[]");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favourites.push("rainforest-walk");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localStorage.setItem("favourites", JSON.stringify(favourites));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favourites = JSON.parse(localStorage.getItem("favourites") || "[]");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favourites.push("rainforest-walk");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localStorage.setItem("favourites", JSON.stringify(favourites));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10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Web Storage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JSON.parse(savedValue);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localStorage.removeItem("favourites");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Review current storage use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Store favourite destination IDs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Restore saved theme on page load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Handle missing or corrupted storage safely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10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Compare localStorage and sessionStorage for a trip-planning draft.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Review current storage use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Store favourite destination IDs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Restore saved theme on page load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Handle missing or corrupted storage safely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Provide a clear reset option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10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JSON.parse(savedValue);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localStorage.removeItem("favourites");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0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Refresh and reopen the browser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Inspect Application &gt; Local Storage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corrupted data recovery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Verify sensitive data is not stored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10 Web Storage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/week-10/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10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Review current storage use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Store favourite destination IDs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Restore saved theme on page load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Handle missing or corrupted storage safely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Provide a clear reset option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10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0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site remembers non-sensitive user preferences and restores them predictably.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localStorage for theme choice and saved IDs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Web Storage API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Browser storage is useful for convenience, but it must be small, safe and recoverable.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localStorage persists after the browser closes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sessionStorage lasts only for a session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10 | WEB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10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10 Web Storage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
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01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Discovery &amp; Planning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Define the project problem, identify users/tasks, and structure the site architecture.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Define the project problem, identify users/tasks, and structure the site architecture.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Plan the problem, the users and the content before choosing colours or writing HTML.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website idea only; no project evidence or code structure exists.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documented project plan and repository scaffold ready for semantic HTML.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Write a purpose statement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three user personas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five user stories with acceptance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Draw the sitemap and homepage wireframe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README.md and placeholder index.html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Plan the problem, the users and the content before choosing colours or writing HTML.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Problem statements guide feature decisions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Personas represent realistic user tasks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Sitemaps plan pages; wireframes plan page layout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Morobe Discover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01 creates planning evidence.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Project brief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 stories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Sitemap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Morobe Discover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01 creates planning evidence.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Project brief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Project Discovery &amp; Planning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Destinations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Events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Plan a Trip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About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Write a purpose statement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Create three user personas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Write five user stories with acceptance checks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Draw the sitemap and homepage wireframe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Given “make a tourism website”, rewrite it as a testable project problem.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Write a purpose statement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Create three user personas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Write five user stories with acceptance checks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Draw the sitemap and homepage wireframe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Create README.md and placeholder index.html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Destinations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Events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Plan a Trip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About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Open index.html in the browser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user stories include user, goal and reason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Confirm the sitemap matches the planned pages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Commit evidence to Git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01 Project Discovery &amp; Planning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/week-01/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01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Write a purpose statement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three user personas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five user stories with acceptance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Draw the sitemap and homepage wireframe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README.md and placeholder index.html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01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A documented project plan and repository scaffold ready for semantic HTML.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Project brief, user stories, sitemap, wireframes, repository scaffold, purpose statement and user personas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Git / Planning Tools / Markdown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Plan the problem, the users and the content before choosing colours or writing HTML.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Problem statements guide feature decisions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Personas represent realistic user tasks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01 | PROJECT DISCOVERY &amp; PLANNING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01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01 Project Discovery &amp; Planning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